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0" r:id="rId4"/>
    <p:sldId id="260" r:id="rId5"/>
    <p:sldId id="271" r:id="rId6"/>
    <p:sldId id="272" r:id="rId7"/>
    <p:sldId id="262" r:id="rId8"/>
    <p:sldId id="277" r:id="rId9"/>
    <p:sldId id="281" r:id="rId10"/>
    <p:sldId id="279" r:id="rId11"/>
    <p:sldId id="285" r:id="rId12"/>
    <p:sldId id="280" r:id="rId13"/>
    <p:sldId id="284" r:id="rId14"/>
    <p:sldId id="282" r:id="rId15"/>
    <p:sldId id="283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48" d="100"/>
          <a:sy n="48" d="100"/>
        </p:scale>
        <p:origin x="82" y="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B54CE-412C-448F-AA2D-42DBE3DE8416}" type="datetimeFigureOut">
              <a:rPr lang="en-IN" smtClean="0"/>
              <a:t>05-11-2025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22A31B-DCBB-4F43-ABAF-EBE2DC5086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3801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2A31B-DCBB-4F43-ABAF-EBE2DC50869D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3114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A2016-A097-82B6-1669-44EAD1749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AE4B4-B2D6-9D5E-8247-0E916EA70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832FB-7641-2D9E-626C-9E7F69FFF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5757B-4A06-0B27-748C-B049710492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2A31B-DCBB-4F43-ABAF-EBE2DC50869D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488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E5930-293F-C478-0F59-D80FB653F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80AB0-8682-4CAA-3415-6A4DBA486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F88F4-5C5B-86FE-E8DD-7C8C68666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05-11-2025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534AB-D596-55A2-1C4F-099C8D17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7EF77-207F-311B-EF3A-E691EEF68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30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2891-D56E-1B1B-52C4-28B325A17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B39D9-A8DF-591A-ABFB-BB0B2A46A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0040F-F04D-5616-072D-84ADD235A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05-11-2025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DE7F0-E318-0248-91C5-2ECDA725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DAF52-5641-88ED-BC25-AA87F66F7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138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33D0C-F731-26FC-56DE-B8035E09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D02B6-F514-AB4D-9C00-FFCAB7CA2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8ADF0-97F2-3C37-9DF8-2F81B034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05-11-2025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38FCC-AC68-A045-7052-40F17F92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BD1DC-D79C-9F34-DA90-359F81485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5761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9730D-6473-5EDC-BFE9-F79D77E36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58FA3-5B31-729B-FBA4-7EAE5E75D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7A9D9-AA3D-F162-085E-D62BDAFC2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A7FB2-BA38-7FDB-D3DE-03DFCFC16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05-11-2025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BAD9D-F44C-4D36-2493-90F6D630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4061D-A189-472B-D507-4600A3297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8875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B7A3C-E164-F655-BE00-36DF58F76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E9356-F8A2-A72A-11EF-00A12FF65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156F2-DF5D-0E36-623B-0F16A47A5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134A0-2764-3FDC-AAA8-0E1FDCF032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1FE3D-CCC0-8677-91AF-6211421B0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75FA07-C0AF-EF77-A903-46877E83C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05-11-2025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483595-FA41-D15B-C79A-7E51952E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5FBF08-E442-38CD-56F8-0EF7A53D9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652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AF3F6-3354-17F5-2B80-4A8D42147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E659B-C0FA-0039-5E49-43C6D42F8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05-11-2025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02CC3-B0DA-6C60-E4CA-26798A099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B9BB6-33DE-4C1B-F2A1-73B553FDA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70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BA7F59-754C-81A7-18A6-6DADDFC79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05-11-2025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9B74E3-F64F-1F74-B121-FA5A2D2A9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D41F4-8C98-58DA-1B30-6848B6A5F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8749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455F-2D2C-2258-D973-81F434007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AA4FF-312F-A655-E389-24532CA51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B6639-8689-1BF2-C9DA-7C8E2545C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353E4-ACDB-AC40-F36C-A44B6A24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05-11-2025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CB58F-C40C-92FE-7A16-D3CDF92F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24E84-62C1-8898-712D-2FFE7F9DD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99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4ED48-C768-4C92-CFD9-46B6F7F61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0BAB8-B529-F739-1D4A-99829FAD0C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B19DB-EEE8-72BE-5689-C6CC0E1D8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5C87D-6C4B-99F4-60A3-F794B9D9B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05-11-2025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D3798-52E8-1EBF-C4F7-DF99C9A92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13D85-9822-256E-4B0B-D2080E3E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2122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FEF3F-CB6F-1CD9-947F-7A7B50BD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97EAD-949C-EC38-F73E-7FD09C6C8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03B49-9A25-8EC0-E045-93DCE73ED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05-11-2025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4B5B9-EF2B-DD37-1143-5243CBC2D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939C0-506F-76CA-0AF0-1B6D33DE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5186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2FA8ED-A59B-678A-4F67-67E19015B6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BA3B3-647B-3D8B-8609-84C700A2F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A1341-F9CE-80A0-A1D3-2CCAFDA71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05-11-2025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46E71-9F35-830B-F82C-34B9316AD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7FAAE-6F73-61C5-2C2C-255A2BAF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3610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71E2A6-D41B-4E90-7B6B-7F58DC6E8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CC69D-4CAC-8944-B28B-DF6303862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BFA49-1D24-7B40-4AB9-F2D66ED8B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24BB1-501B-4BD4-BA11-B56D07D79D68}" type="datetimeFigureOut">
              <a:rPr lang="en-IN" smtClean="0"/>
              <a:t>05-11-2025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D07D8-B64E-8712-9BFA-BE38FE931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173F2-C28F-C14E-5BA4-8475696B9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63D55-1E1F-42B3-9539-F98231BC29C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57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XXW9fWHQQUhFWhLOHMcPthoh5N9CLa9r/view?usp=sharing" TargetMode="External"/><Relationship Id="rId2" Type="http://schemas.openxmlformats.org/officeDocument/2006/relationships/hyperlink" Target="https://github.com/id12026/A-Smart-System-for-Personalized-Interior-Design-AR-Try-On.gi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077D0B-9242-14C6-D01B-F3D250752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260" y="113238"/>
            <a:ext cx="2432705" cy="1173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2DEC7F-16CA-A0EA-D35F-C7E77AC08E8B}"/>
              </a:ext>
            </a:extLst>
          </p:cNvPr>
          <p:cNvSpPr txBox="1"/>
          <p:nvPr/>
        </p:nvSpPr>
        <p:spPr>
          <a:xfrm>
            <a:off x="665019" y="582823"/>
            <a:ext cx="101207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smart system for Personalized Interior Design and Augmented Reality Try-On</a:t>
            </a:r>
            <a:endParaRPr lang="en-IN" sz="3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1F4AB5-9689-D1E0-D8CD-F2E51C6DC5BE}"/>
              </a:ext>
            </a:extLst>
          </p:cNvPr>
          <p:cNvSpPr txBox="1"/>
          <p:nvPr/>
        </p:nvSpPr>
        <p:spPr>
          <a:xfrm>
            <a:off x="745435" y="3866322"/>
            <a:ext cx="4892878" cy="20036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2000" dirty="0"/>
          </a:p>
          <a:p>
            <a:r>
              <a:rPr lang="en-IN" sz="2000" b="1" dirty="0"/>
              <a:t>Presented By:-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Mohitha Bandi (22WUO0105037)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Pailla Bhavya (22WUO0105020)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T. Harshavardhan Reddy(2WUO0105023)</a:t>
            </a:r>
            <a:endParaRPr lang="en-IN" sz="2000" dirty="0"/>
          </a:p>
          <a:p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6E751C-3BDE-45E6-B7C9-1E4D90BCBF3E}"/>
              </a:ext>
            </a:extLst>
          </p:cNvPr>
          <p:cNvSpPr txBox="1"/>
          <p:nvPr/>
        </p:nvSpPr>
        <p:spPr>
          <a:xfrm>
            <a:off x="8286019" y="4234070"/>
            <a:ext cx="31605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Supervised by:- </a:t>
            </a:r>
          </a:p>
          <a:p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dirty="0"/>
              <a:t>Dr. Bhargav Prajwal </a:t>
            </a:r>
            <a:r>
              <a:rPr lang="en-IN" dirty="0" err="1"/>
              <a:t>Pathri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dirty="0"/>
              <a:t>Assistant Professor, </a:t>
            </a:r>
          </a:p>
          <a:p>
            <a:r>
              <a:rPr lang="en-IN" sz="2000" dirty="0"/>
              <a:t>Woxsen University. </a:t>
            </a:r>
          </a:p>
        </p:txBody>
      </p:sp>
    </p:spTree>
    <p:extLst>
      <p:ext uri="{BB962C8B-B14F-4D97-AF65-F5344CB8AC3E}">
        <p14:creationId xmlns:p14="http://schemas.microsoft.com/office/powerpoint/2010/main" val="2982489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C949-ACFF-BF5D-101D-940521C5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04" y="126586"/>
            <a:ext cx="10515600" cy="120525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73CE81-5A6B-B1E6-3126-9F98D2DC0FA4}"/>
              </a:ext>
            </a:extLst>
          </p:cNvPr>
          <p:cNvSpPr txBox="1"/>
          <p:nvPr/>
        </p:nvSpPr>
        <p:spPr>
          <a:xfrm>
            <a:off x="331304" y="1664353"/>
            <a:ext cx="11753324" cy="5421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Interior design makes spaces look good and comfortable, but many people struggle to imagine furniture in their homes.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90% of users struggle to visualize furniture in their rooms before purchasing. This leads to wrong choices and dissatisfaction.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to built a smart system that makes interior design more accurate, interactive, and user-friendly, reducing mistakes and improving satisfaction.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bridges this gap by combining Computer Vision (CV) + Augmented Reality (AR) + Generative AI.</a:t>
            </a:r>
          </a:p>
          <a:p>
            <a:pPr algn="just">
              <a:lnSpc>
                <a:spcPct val="150000"/>
              </a:lnSpc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AA3478-335E-6A38-6417-99EFD9BD0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4309" y="126586"/>
            <a:ext cx="2126387" cy="102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692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6E9AD-382D-4A9F-3823-0BD9952DA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4473-35DD-F027-4A0B-287E1E0C0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04" y="126586"/>
            <a:ext cx="10515600" cy="120525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C330EA-5FC4-4774-AEA2-9FAB8B551A81}"/>
              </a:ext>
            </a:extLst>
          </p:cNvPr>
          <p:cNvSpPr txBox="1"/>
          <p:nvPr/>
        </p:nvSpPr>
        <p:spPr>
          <a:xfrm>
            <a:off x="169334" y="1947332"/>
            <a:ext cx="11915294" cy="3821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people struggle with choosing the right interior design, as they cannot clearly imagine how furniture will look or fit in their rooms.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personalized recommendation system that adapts designs based on actual room conditions.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do not have a proper “try-before-you-buy” feature to test how furniture will look in their real space.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1D902-BB1C-F458-F710-9AD8DD8E3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4309" y="126586"/>
            <a:ext cx="2126387" cy="102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83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350EFA-C1A9-E079-2DFD-F977EE1C44D9}"/>
              </a:ext>
            </a:extLst>
          </p:cNvPr>
          <p:cNvSpPr txBox="1"/>
          <p:nvPr/>
        </p:nvSpPr>
        <p:spPr>
          <a:xfrm>
            <a:off x="79513" y="228600"/>
            <a:ext cx="27382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Objectives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C9F7A-E543-FD0D-738E-3053ABC5D774}"/>
              </a:ext>
            </a:extLst>
          </p:cNvPr>
          <p:cNvSpPr txBox="1"/>
          <p:nvPr/>
        </p:nvSpPr>
        <p:spPr>
          <a:xfrm>
            <a:off x="611909" y="2327049"/>
            <a:ext cx="114207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system that can understand and analyze room images by detecting furniture, layout, and other details using computer vision.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suggest personalized furniture and interior styles that suit the user’s preferences as well as the existing setup of the room.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users to visualize the redesigned room in real time through Augmented Reality (AR), helping them make better design choices.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73A379-65E2-394A-EAAF-6803D6E38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114" y="228601"/>
            <a:ext cx="2000262" cy="96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09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1C61C-6123-2319-D337-E9BDEB493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6A0CCA-D840-BA2D-F420-8678FD155A67}"/>
              </a:ext>
            </a:extLst>
          </p:cNvPr>
          <p:cNvSpPr txBox="1"/>
          <p:nvPr/>
        </p:nvSpPr>
        <p:spPr>
          <a:xfrm>
            <a:off x="79513" y="228600"/>
            <a:ext cx="42723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135AD9-5E13-B9A4-A32B-3D32463F5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114" y="228601"/>
            <a:ext cx="2000262" cy="96253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22AD8C-655D-3DC0-2034-53D8D22B9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990589"/>
              </p:ext>
            </p:extLst>
          </p:nvPr>
        </p:nvGraphicFramePr>
        <p:xfrm>
          <a:off x="436418" y="1724890"/>
          <a:ext cx="11471565" cy="4312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7415">
                  <a:extLst>
                    <a:ext uri="{9D8B030D-6E8A-4147-A177-3AD203B41FA5}">
                      <a16:colId xmlns:a16="http://schemas.microsoft.com/office/drawing/2014/main" val="959696374"/>
                    </a:ext>
                  </a:extLst>
                </a:gridCol>
                <a:gridCol w="3792075">
                  <a:extLst>
                    <a:ext uri="{9D8B030D-6E8A-4147-A177-3AD203B41FA5}">
                      <a16:colId xmlns:a16="http://schemas.microsoft.com/office/drawing/2014/main" val="3878794971"/>
                    </a:ext>
                  </a:extLst>
                </a:gridCol>
                <a:gridCol w="3792075">
                  <a:extLst>
                    <a:ext uri="{9D8B030D-6E8A-4147-A177-3AD203B41FA5}">
                      <a16:colId xmlns:a16="http://schemas.microsoft.com/office/drawing/2014/main" val="4250999918"/>
                    </a:ext>
                  </a:extLst>
                </a:gridCol>
              </a:tblGrid>
              <a:tr h="67164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Paper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in our project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321613"/>
                  </a:ext>
                </a:extLst>
              </a:tr>
              <a:tr h="688758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RoomNet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End-to-End Room Layout Estimation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SegNet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-based network to find room layout from a single image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 use it to detect walls and corners from room photos.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839956"/>
                  </a:ext>
                </a:extLst>
              </a:tr>
              <a:tr h="98394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Flat2Layout: Flat Representation for Estimating Layout of General Room Types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Flat layout encoding with dynamic programming to get room shape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us work with different room shapes, not just simple ones.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499727"/>
                  </a:ext>
                </a:extLst>
              </a:tr>
              <a:tr h="98394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Transcending Dimensions using Generative AI: Real-Time 3D Model Generation in 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Generative AI and object detection to create 3D models from 2D images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 use it to make 3D furniture models for AR visualization.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964090"/>
                  </a:ext>
                </a:extLst>
              </a:tr>
              <a:tr h="98394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Augmented Reality in Interior Design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 + 3D Furniture Models + Web XR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us place and view 3D furniture in their real rooms using AR that run directly in a web browser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120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6752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71A53-55A2-069B-1BF6-67D5A013C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287880-C442-6B5D-6BC1-B518780AEF30}"/>
              </a:ext>
            </a:extLst>
          </p:cNvPr>
          <p:cNvSpPr txBox="1"/>
          <p:nvPr/>
        </p:nvSpPr>
        <p:spPr>
          <a:xfrm>
            <a:off x="79513" y="228600"/>
            <a:ext cx="21435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Novelty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70E49D-00B8-3C94-6830-FE18C73493BB}"/>
              </a:ext>
            </a:extLst>
          </p:cNvPr>
          <p:cNvSpPr txBox="1"/>
          <p:nvPr/>
        </p:nvSpPr>
        <p:spPr>
          <a:xfrm>
            <a:off x="290946" y="1974273"/>
            <a:ext cx="116586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/>
              <a:t>Our project is different because it goes beyond giving normal design suggestions.</a:t>
            </a:r>
          </a:p>
          <a:p>
            <a:pPr algn="just"/>
            <a:endParaRPr lang="en-US" sz="2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/>
              <a:t>The system can understand the room’s structure, furniture, and lighting and then recommend designs that match the user’s personal style.</a:t>
            </a:r>
          </a:p>
          <a:p>
            <a:pPr algn="just"/>
            <a:endParaRPr lang="en-US" sz="2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/>
              <a:t>We combine CV + AR + AI models in one pipeline, so users can not only see furniture but also interactively try, adjust, and visualize designs in their own room.</a:t>
            </a:r>
          </a:p>
          <a:p>
            <a:pPr algn="just"/>
            <a:endParaRPr lang="en-US" sz="2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/>
              <a:t>It introduces a “smart try-before-you-buy” feature, helping users avoid wrong choices and reducing furniture returns.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A2B223-9444-1C7B-AE81-4C315FF79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9114" y="228600"/>
            <a:ext cx="1976328" cy="95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29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1594B-9478-DC96-3231-B953413D2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729D84-97AE-2DE4-2DF8-5EE63EA74487}"/>
              </a:ext>
            </a:extLst>
          </p:cNvPr>
          <p:cNvSpPr txBox="1"/>
          <p:nvPr/>
        </p:nvSpPr>
        <p:spPr>
          <a:xfrm>
            <a:off x="79513" y="228600"/>
            <a:ext cx="56076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Proposed Methodology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69584B-A972-0FF9-26A0-D9E5477E16EB}"/>
              </a:ext>
            </a:extLst>
          </p:cNvPr>
          <p:cNvSpPr txBox="1"/>
          <p:nvPr/>
        </p:nvSpPr>
        <p:spPr>
          <a:xfrm>
            <a:off x="363681" y="1714500"/>
            <a:ext cx="1158586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Collect room images, preprocess (resize, augment, normalize), and build ETL pipeline with annotations.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Models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Train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room classification and YOLOv8 for furniture detection.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Suggest styles, furniture, and optimized layouts.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Try-On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Allow users to virtually place furniture and see 3D/AR visualization using Web XR(Web Extended Reality-API).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EB90B-0FCF-FB13-16F0-62C76906F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9114" y="228600"/>
            <a:ext cx="1976328" cy="95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99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A5D07-543A-F8DA-E3A5-E34AA1D3A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11C80E-C56E-4575-5841-1452B303DEF4}"/>
              </a:ext>
            </a:extLst>
          </p:cNvPr>
          <p:cNvSpPr txBox="1"/>
          <p:nvPr/>
        </p:nvSpPr>
        <p:spPr>
          <a:xfrm>
            <a:off x="79513" y="228600"/>
            <a:ext cx="28962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Work Flow</a:t>
            </a:r>
            <a:endParaRPr lang="en-IN" sz="4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1838A-5E28-7608-F11A-1FF57D852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9114" y="228600"/>
            <a:ext cx="1976328" cy="9510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79FE9C-D167-A451-6465-85AFF6821B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0" r="37349" b="2122"/>
          <a:stretch>
            <a:fillRect/>
          </a:stretch>
        </p:blipFill>
        <p:spPr>
          <a:xfrm>
            <a:off x="2847109" y="613320"/>
            <a:ext cx="6702005" cy="624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643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2B5E1-A278-A9BB-7F25-861EB0F2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652B79-024E-F4BB-8579-0D68BD77657B}"/>
              </a:ext>
            </a:extLst>
          </p:cNvPr>
          <p:cNvSpPr txBox="1"/>
          <p:nvPr/>
        </p:nvSpPr>
        <p:spPr>
          <a:xfrm>
            <a:off x="79513" y="228600"/>
            <a:ext cx="54400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/>
              <a:t>Tools and Technologies</a:t>
            </a:r>
            <a:endParaRPr lang="en-IN" sz="4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C1D7B-E0AC-77EF-162A-8B9508C971C9}"/>
              </a:ext>
            </a:extLst>
          </p:cNvPr>
          <p:cNvSpPr txBox="1"/>
          <p:nvPr/>
        </p:nvSpPr>
        <p:spPr>
          <a:xfrm>
            <a:off x="310811" y="1595251"/>
            <a:ext cx="1157037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&amp; ML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YOLOv8, OpenCV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Matplotlib, Chart.js, Three.js,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jsPDF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Html, CSS, JS, React.js (18.2.0), Vite (6.3.1), Ant Design (5.12.2), Axios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Deployment: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Poetry (dependency management), RESTful APIs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(via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ORM)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Models: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generating and recommending new designs -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Diffusion model -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runyml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/stable-diffusion-v1-5,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2.0 Flash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Reality / 3D Tools -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Three.js — for 3D visualization and interactive previews.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Generation: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jsPDF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html2canvas — for PDF report creation and export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A6B0F-B6ED-B30F-AC8F-B80AD6772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9114" y="228600"/>
            <a:ext cx="1976328" cy="95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41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AA48E-9E88-D462-E930-EA614622B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33852E-8D5E-A0B1-2896-8E8BE6F3F488}"/>
              </a:ext>
            </a:extLst>
          </p:cNvPr>
          <p:cNvSpPr txBox="1"/>
          <p:nvPr/>
        </p:nvSpPr>
        <p:spPr>
          <a:xfrm>
            <a:off x="79513" y="228600"/>
            <a:ext cx="18194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/>
              <a:t>Results</a:t>
            </a:r>
            <a:endParaRPr lang="en-IN" sz="4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3E8D77-8194-74A8-52D8-39D223D84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9114" y="228600"/>
            <a:ext cx="1976328" cy="9510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9CAD6E-4B65-54C3-12E0-2E468CF380AF}"/>
              </a:ext>
            </a:extLst>
          </p:cNvPr>
          <p:cNvSpPr txBox="1"/>
          <p:nvPr/>
        </p:nvSpPr>
        <p:spPr>
          <a:xfrm>
            <a:off x="174895" y="1636295"/>
            <a:ext cx="2100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Room Classification using RESNET 18: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52E561-2026-7AFA-95CD-CD0F9D3A6C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396"/>
          <a:stretch>
            <a:fillRect/>
          </a:stretch>
        </p:blipFill>
        <p:spPr bwMode="auto">
          <a:xfrm>
            <a:off x="2275609" y="1491916"/>
            <a:ext cx="2899064" cy="49536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61EC09-83C3-6A6C-299C-2F240D02A7A1}"/>
              </a:ext>
            </a:extLst>
          </p:cNvPr>
          <p:cNvSpPr txBox="1"/>
          <p:nvPr/>
        </p:nvSpPr>
        <p:spPr>
          <a:xfrm>
            <a:off x="6384758" y="1636295"/>
            <a:ext cx="3010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Furniture Detection using YOLOV8</a:t>
            </a:r>
            <a:endParaRPr lang="en-IN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450E06-852D-8FC9-E72B-910137EE2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327" y="2408307"/>
            <a:ext cx="5069606" cy="338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45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EBEEF-C141-FD2A-8710-36B5DB5ED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536E14-DD1A-B9DF-9359-BCE40C479471}"/>
              </a:ext>
            </a:extLst>
          </p:cNvPr>
          <p:cNvSpPr txBox="1"/>
          <p:nvPr/>
        </p:nvSpPr>
        <p:spPr>
          <a:xfrm>
            <a:off x="79513" y="228600"/>
            <a:ext cx="18194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/>
              <a:t>Results</a:t>
            </a:r>
            <a:endParaRPr lang="en-IN" sz="4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52AE26-0BF5-0257-8771-1339804C5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9114" y="228600"/>
            <a:ext cx="1976328" cy="9510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86894B-A431-757A-361F-AD925038C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70" y="1517073"/>
            <a:ext cx="7213657" cy="4166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007540-7508-0BB2-AA59-493360E054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850" t="-6633" r="19200" b="6633"/>
          <a:stretch>
            <a:fillRect/>
          </a:stretch>
        </p:blipFill>
        <p:spPr>
          <a:xfrm>
            <a:off x="8001000" y="1364836"/>
            <a:ext cx="4104409" cy="539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960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4F61B-B600-9C90-2E40-95BD733DC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9910C3-84F3-F187-D632-77239F2BF45D}"/>
              </a:ext>
            </a:extLst>
          </p:cNvPr>
          <p:cNvSpPr txBox="1"/>
          <p:nvPr/>
        </p:nvSpPr>
        <p:spPr>
          <a:xfrm>
            <a:off x="79513" y="228600"/>
            <a:ext cx="19399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Results</a:t>
            </a:r>
            <a:endParaRPr lang="en-IN" sz="4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846F35-8BDA-6879-09ED-DA6BDF3E3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9114" y="228600"/>
            <a:ext cx="1976328" cy="9510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92A8BA-4B3F-7274-32E3-C782467541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68" r="10605"/>
          <a:stretch>
            <a:fillRect/>
          </a:stretch>
        </p:blipFill>
        <p:spPr>
          <a:xfrm>
            <a:off x="171096" y="998041"/>
            <a:ext cx="3938155" cy="35289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7ECC47-BE6E-26CB-D03F-C2844B7B3E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090" r="-1761"/>
          <a:stretch>
            <a:fillRect/>
          </a:stretch>
        </p:blipFill>
        <p:spPr>
          <a:xfrm>
            <a:off x="4522465" y="998041"/>
            <a:ext cx="3938154" cy="52698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4B80C3-155E-0346-FE93-66CE1602B9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3310"/>
          <a:stretch>
            <a:fillRect/>
          </a:stretch>
        </p:blipFill>
        <p:spPr>
          <a:xfrm>
            <a:off x="8702029" y="1366157"/>
            <a:ext cx="3336106" cy="540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48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69BA1-09AF-0C7A-541D-DF6C5A197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793786-26F3-DECB-83C2-B73C40657D6C}"/>
              </a:ext>
            </a:extLst>
          </p:cNvPr>
          <p:cNvSpPr txBox="1"/>
          <p:nvPr/>
        </p:nvSpPr>
        <p:spPr>
          <a:xfrm>
            <a:off x="79513" y="228600"/>
            <a:ext cx="72773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Conclusion and Future Scope</a:t>
            </a:r>
            <a:endParaRPr lang="en-IN" sz="4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363E25-9E9B-5AAA-CB95-DDA825B2CC37}"/>
              </a:ext>
            </a:extLst>
          </p:cNvPr>
          <p:cNvSpPr txBox="1"/>
          <p:nvPr/>
        </p:nvSpPr>
        <p:spPr>
          <a:xfrm>
            <a:off x="168923" y="1263893"/>
            <a:ext cx="116143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successfully developed a smart system that reduces the interior design visualization gap.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integrated AI pipeline provides a personalized, interactive, and user-friendly experience.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successfully reduces the imagination gap between design and reality.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C845C-C3C9-98FA-0F5D-46D561063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9114" y="228600"/>
            <a:ext cx="1976328" cy="9510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BAAE5A-69E1-FC4D-4D7A-E926AD60571D}"/>
              </a:ext>
            </a:extLst>
          </p:cNvPr>
          <p:cNvSpPr txBox="1"/>
          <p:nvPr/>
        </p:nvSpPr>
        <p:spPr>
          <a:xfrm>
            <a:off x="267665" y="3776514"/>
            <a:ext cx="38890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4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F27B7-E56D-D3DF-968A-60652C8A9FCA}"/>
              </a:ext>
            </a:extLst>
          </p:cNvPr>
          <p:cNvSpPr txBox="1"/>
          <p:nvPr/>
        </p:nvSpPr>
        <p:spPr>
          <a:xfrm>
            <a:off x="267665" y="4545955"/>
            <a:ext cx="116143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 products.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AR: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Develop a mobile AR mode using the phone's camera for real-time overlay.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Accounts &amp; Gallery: Let users save and manage their design history.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15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AB552-0557-C494-F837-90E1DCB5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3B35B4-CBCE-847A-A21F-CFF8C927D9CC}"/>
              </a:ext>
            </a:extLst>
          </p:cNvPr>
          <p:cNvSpPr txBox="1"/>
          <p:nvPr/>
        </p:nvSpPr>
        <p:spPr>
          <a:xfrm>
            <a:off x="79513" y="228600"/>
            <a:ext cx="60051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Individual Contribution</a:t>
            </a:r>
            <a:endParaRPr lang="en-IN" sz="4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FB858C-22C0-B7A3-71F4-5B0556B79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9114" y="228600"/>
            <a:ext cx="1976328" cy="95101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49E8CC-E3F0-1652-2D94-A013EBF02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646190"/>
              </p:ext>
            </p:extLst>
          </p:nvPr>
        </p:nvGraphicFramePr>
        <p:xfrm>
          <a:off x="505428" y="1597306"/>
          <a:ext cx="11181144" cy="4734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5084">
                  <a:extLst>
                    <a:ext uri="{9D8B030D-6E8A-4147-A177-3AD203B41FA5}">
                      <a16:colId xmlns:a16="http://schemas.microsoft.com/office/drawing/2014/main" val="2446753501"/>
                    </a:ext>
                  </a:extLst>
                </a:gridCol>
                <a:gridCol w="7836060">
                  <a:extLst>
                    <a:ext uri="{9D8B030D-6E8A-4147-A177-3AD203B41FA5}">
                      <a16:colId xmlns:a16="http://schemas.microsoft.com/office/drawing/2014/main" val="1546743067"/>
                    </a:ext>
                  </a:extLst>
                </a:gridCol>
              </a:tblGrid>
              <a:tr h="762321">
                <a:tc>
                  <a:txBody>
                    <a:bodyPr/>
                    <a:lstStyle/>
                    <a:p>
                      <a:r>
                        <a:rPr lang="en-US" dirty="0"/>
                        <a:t>Team </a:t>
                      </a:r>
                      <a:r>
                        <a:rPr lang="en-US" dirty="0" err="1"/>
                        <a:t>Memebers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Responsibilities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412537"/>
                  </a:ext>
                </a:extLst>
              </a:tr>
              <a:tr h="1246030">
                <a:tc>
                  <a:txBody>
                    <a:bodyPr/>
                    <a:lstStyle/>
                    <a:p>
                      <a:r>
                        <a:rPr lang="en-US" b="1" dirty="0"/>
                        <a:t>Mohitha Bandi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 &amp; Integration Lead: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Built the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FastAPI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server, integrated the YOLOv8 model for furniture detection, implemented the pipeline, and connected the frontend and backend.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256299"/>
                  </a:ext>
                </a:extLst>
              </a:tr>
              <a:tr h="1246030">
                <a:tc>
                  <a:txBody>
                    <a:bodyPr/>
                    <a:lstStyle/>
                    <a:p>
                      <a:r>
                        <a:rPr lang="en-US" b="1" dirty="0" err="1"/>
                        <a:t>Pailla</a:t>
                      </a:r>
                      <a:r>
                        <a:rPr lang="en-US" b="1" dirty="0"/>
                        <a:t> Bhavya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AI/ML Lead: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Researched, trained, and fine-tuned the ResNet18 model for room classification. Managed the dataset, handled class imbalance, and integrated the model into the backend.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051728"/>
                  </a:ext>
                </a:extLst>
              </a:tr>
              <a:tr h="1479661">
                <a:tc>
                  <a:txBody>
                    <a:bodyPr/>
                    <a:lstStyle/>
                    <a:p>
                      <a:r>
                        <a:rPr lang="en-US" b="1" dirty="0"/>
                        <a:t>T. Harshavardha Reddy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Frontend Lead &amp; UI/UX: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Developed the React application, implemented Ant Design components, built the interactive 3D viewer with Three.js, and created the PDF report generation feature.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181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197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C4AEB-4B70-CBE6-6074-B92E26C3D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341183-42B5-0BFB-38A1-B1363FC6E2D4}"/>
              </a:ext>
            </a:extLst>
          </p:cNvPr>
          <p:cNvSpPr txBox="1"/>
          <p:nvPr/>
        </p:nvSpPr>
        <p:spPr>
          <a:xfrm>
            <a:off x="79513" y="228600"/>
            <a:ext cx="34900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Demo Section</a:t>
            </a:r>
            <a:endParaRPr lang="en-IN" sz="4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F059B3-6E5C-47DC-7215-BDB18848017C}"/>
              </a:ext>
            </a:extLst>
          </p:cNvPr>
          <p:cNvSpPr txBox="1"/>
          <p:nvPr/>
        </p:nvSpPr>
        <p:spPr>
          <a:xfrm>
            <a:off x="666634" y="2305615"/>
            <a:ext cx="1133486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Link: </a:t>
            </a:r>
            <a:r>
              <a:rPr lang="en-IN" sz="2600" b="1" u="sng" dirty="0">
                <a:hlinkClick r:id="rId2"/>
              </a:rPr>
              <a:t>https://github.com/id12026/A-Smart-System-for-Personalized-Interior-Design-AR-Try-On.git</a:t>
            </a:r>
            <a:endParaRPr lang="en-IN" sz="2600" b="1" u="sng" dirty="0"/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Link: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https://drive.google.com/file/d/1XXW9fWHQQUhFWhLOHMcPthoh5N9CLa9r/view?usp=sharing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A73397-86B3-82D7-0811-88D54CA55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9114" y="228600"/>
            <a:ext cx="1976328" cy="95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892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476C5-118D-E144-EB3A-96976D54E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Thank You</a:t>
            </a:r>
            <a:endParaRPr lang="en-IN" sz="1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961F3D-9FA9-1D98-F2A9-3A250F748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824" y="218661"/>
            <a:ext cx="1756409" cy="84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134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8398</TotalTime>
  <Words>968</Words>
  <Application>Microsoft Office PowerPoint</Application>
  <PresentationFormat>Widescreen</PresentationFormat>
  <Paragraphs>104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Introduction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Bhargav Prajwal Pathri</dc:creator>
  <cp:lastModifiedBy>Mohitha Bandi</cp:lastModifiedBy>
  <cp:revision>47</cp:revision>
  <dcterms:created xsi:type="dcterms:W3CDTF">2025-01-17T09:26:04Z</dcterms:created>
  <dcterms:modified xsi:type="dcterms:W3CDTF">2025-11-05T11:48:28Z</dcterms:modified>
</cp:coreProperties>
</file>